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2665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10972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0116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Monitoramento Geoespacial de Erosões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6C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r>
              <a:rPr lang="en-US" sz="1400" i="1" dirty="0">
                <a:solidFill>
                  <a:srgbClr val="6C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Protótipo Funcional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Março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4572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Antes do GeoMonitor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monitoramento de erosões era gerenciado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Centenas de documentos Word e planilhas Excel independentes por empreendimento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erosões sem padronização e sem histórico consolidado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de campo sem vinculação direta ao cadastro técnico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criticidade aplicados de forma inconsistente entre projetos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rastreabilidade e risco de perda de informação crítica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 constante para compilar informações para relatórios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960120"/>
            <a:ext cx="2834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144768" y="9601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Planilha_Erosoes_ANTSIM_v3_FINAL.xlsx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35040" y="1435608"/>
            <a:ext cx="2834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144768" y="14356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Relatorio_Campo_Jan2024_corrigido2.docx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1911096"/>
            <a:ext cx="2834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144768" y="191109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Fotos_Torre45_SIMRLE_sem_legenda.zip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2386584"/>
            <a:ext cx="2834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144768" y="23865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Criticidade_AORBFL_novo_modelo.xlsx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2862072"/>
            <a:ext cx="2834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144768" y="28620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Acompanhamento_LT_500kV_revisado.docx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64008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2062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empreendimentos monitorados — dados antes dispersos em dezenas de arquivos separados, sem rastreabilidade ou histórico unificado.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 |    |  Março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4572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GeoMonitor: Uma Plataforma Única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centralizado, desenvolvido sob medida para os processos da AXIA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65176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75488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Centralização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50876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dados em um único lugar, acessível pelo navegador — sem instalação, de qualquer dispositivo.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6517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310128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150876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de criticidade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aplicada de forma consistente a todos os 135 empreendimentos.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9601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35040" y="960120"/>
            <a:ext cx="265176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144768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44768" y="150876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de cada ponto erosivo desde o cadastro, incluindo evolução de criticidade e fotos.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84124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64008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94360" y="37033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centenas de documentos dispersos → para um sistema único com </a:t>
            </a: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erosões cadastradas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vistorias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empreendimentos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gerenciados.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 |    |  Março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4572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Módulos Integrados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foi desenhado para um fluxo de trabalho específico da equipe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200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Monitorização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executivo com métricas de criticidade, entregas e mapa de calor geográfico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Empreendimentos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Cadastro de projetos de LT com importação de traçado KML e gestão de torres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Erosões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Cadastro, edição e acompanhamento de pontos erosivos com cálculo automático de criticidade V3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Vistorias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Planejamento e registro de campanhas de campo multi-dia com diário por torre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Licenças de Operação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Gestão de LOs com cobertura de torres por escopo e alertas de vencimento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Planejamento de Visita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Rotas de campo com recomendação de hospedagem baseada em histórico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Gestão de usuários, perfis de acesso e configuração de regras de criticidade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 |   |  Março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4572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Monitorização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 em tempo real — todas as métricas atualizadas via Firebase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20040" y="932688"/>
            <a:ext cx="19202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1556309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932688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468880" y="932688"/>
            <a:ext cx="1920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468880" y="1042416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68880" y="1556309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EROSÕES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932688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617720" y="932688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617720" y="1042416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17720" y="1556309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VISTORIAS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932688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766560" y="932688"/>
            <a:ext cx="1920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766560" y="1042416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766560" y="1556309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EMPREENDIMENTOS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121408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02920" y="22128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Criticidade (C1–C4)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074213"/>
            <a:ext cx="731520" cy="53766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40080" y="2873045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630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554480" y="2805379"/>
            <a:ext cx="731520" cy="80650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554480" y="2604211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54480" y="3630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3285439"/>
            <a:ext cx="731520" cy="326441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2468880" y="3084271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68880" y="3630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3458261"/>
            <a:ext cx="731520" cy="153619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3383280" y="3257093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83280" y="3630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8587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estabilização: 15,9%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77840" y="2121408"/>
            <a:ext cx="3246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5577840" y="2121408"/>
            <a:ext cx="32461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5687568" y="2194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Entregas de Relatórios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87568" y="24688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entrega por projeto e competência mensal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577840" y="3236976"/>
            <a:ext cx="3246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5577840" y="3236976"/>
            <a:ext cx="32461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Mapa de Calor Geográfico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87568" y="358444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erosivos plotados por coordenadas GPS no mapa interativo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 |  AXIA Energia  |  Março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4572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Criticidade V3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diferencial técnico: classificação automática, consistente e auditável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erosão é classificada automaticamente em 4 níveis de risco com base em 6 dimensões técnicas: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6400800" cy="220675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avalia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Pontuação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— Tipo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Laminar → Sulco → Ravina → Voçoroca / Movimento de massa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 Profundidade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1m  →  1–10m  →  10–30m  →  &gt; 30m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— Declividade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10°  →  10–25°  →  25–45°  →  &gt; 45°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— Tipo de Solo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Laterítico → Argiloso → Solos rasos → Arenoso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— Exposição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50m → 20–50m → 5–20m → &lt; 5m da estrutura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Atividade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Vegetado estável → Sem vegetação → Sinais de avanço → Avanço 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694176"/>
            <a:ext cx="640080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365760" y="3694176"/>
            <a:ext cx="64008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48640" y="3694176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Modificador contextual para vias de acesso exclusivas (até +4 pts) — grau de obstrução, tipo de impacto e rota alternativa.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903720" y="1261872"/>
            <a:ext cx="187452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903720" y="1261872"/>
            <a:ext cx="187452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903720" y="1570939"/>
            <a:ext cx="1874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 0 – 9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903720" y="1947672"/>
            <a:ext cx="1874520" cy="59436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903720" y="1947672"/>
            <a:ext cx="187452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903720" y="2256739"/>
            <a:ext cx="1874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 10 – 18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903720" y="2633472"/>
            <a:ext cx="1874520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903720" y="2633472"/>
            <a:ext cx="187452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903720" y="2942539"/>
            <a:ext cx="1874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 19 – 27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03720" y="3319272"/>
            <a:ext cx="187452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903720" y="3319272"/>
            <a:ext cx="187452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903720" y="3628339"/>
            <a:ext cx="1874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Alto  ≥ 28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 |  AXIA Energia  |  Março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4572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Nova Erosão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estruturado com cálculo automático de criticidade ao salvar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1206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51206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Erosão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1536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EMPREENDIMENTO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1536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VISTORIA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700784"/>
            <a:ext cx="12344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170078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ERS-1774130...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0" y="1700784"/>
            <a:ext cx="1600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874520" y="17007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Selecione...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66160" y="1700784"/>
            <a:ext cx="1600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611880" y="17007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Selecione...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0574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erosivo e caracterização técnica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28600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REF.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28800" y="228600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EROSIVO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66160" y="228600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450592"/>
            <a:ext cx="12344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02920" y="245059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Selecione...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0" y="2450592"/>
            <a:ext cx="1600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874520" y="24505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Selecione...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66160" y="2450592"/>
            <a:ext cx="1600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611880" y="24505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2798064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 erosão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28800" y="279806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17520" y="279806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Declividade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60520" y="279806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solo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2962656"/>
            <a:ext cx="12344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502920" y="29626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Selecione...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828800" y="2962656"/>
            <a:ext cx="10515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1874520" y="296265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&lt;= 1 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017520" y="2962656"/>
            <a:ext cx="10058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3063240" y="29626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graus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60520" y="2962656"/>
            <a:ext cx="10058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4206240" y="29626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inf...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331012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da estrutura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3474720"/>
            <a:ext cx="12344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502920" y="34747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 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0" y="4251960"/>
            <a:ext cx="10515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3200400" y="42519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Salvar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057400" y="4251960"/>
            <a:ext cx="100584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2057400" y="42519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Cancelar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577840" y="914400"/>
            <a:ext cx="32461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5577840" y="914400"/>
            <a:ext cx="32461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5687568" y="9144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salvar, o sistema: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87568" y="1335024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Valida os campos técnicos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Normaliza as coordenadas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Calcula a criticidade V3 automaticamente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Determina a classe (C1 a C4)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Gera lista de soluções recomendadas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Registra o histórico de criticidade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Cria evento de acompanhamento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577840" y="3977640"/>
            <a:ext cx="324612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5577840" y="3977640"/>
            <a:ext cx="64008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5760720" y="39776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score numérico + classe C1–C4 + soluções técnicas recomendadas — tudo automático.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 |  AXIA Energia  |  Março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4572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Empreendimentos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projetos cadastrados com busca, filtros e alertas de pendência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486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Buscar por código ou nome...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89320" y="9144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empreendimentos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75488" y="1463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Adrianópolis – Baixada Fluminense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8470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 AORBFL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2084832"/>
            <a:ext cx="640080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75488" y="20848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kV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70432" y="2084832"/>
            <a:ext cx="64008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170432" y="20848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18,56 km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" y="2395728"/>
            <a:ext cx="2487168" cy="23774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30352" y="23957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Sem data de relatório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" y="2688336"/>
            <a:ext cx="2487168" cy="23774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30352" y="268833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Sem LO associada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137160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3291840" y="1371600"/>
            <a:ext cx="27432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401568" y="1463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Adrianópolis – Cepel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01568" y="18470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 AORCPE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01568" y="2084832"/>
            <a:ext cx="640080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401568" y="20848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kV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96512" y="2084832"/>
            <a:ext cx="64008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096512" y="20848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 km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137160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217920" y="1371600"/>
            <a:ext cx="27432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327648" y="1463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 – Simplício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27648" y="18470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 ANTSIM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27648" y="2084832"/>
            <a:ext cx="640080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327648" y="20848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kV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022592" y="2084832"/>
            <a:ext cx="64008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7022592" y="20848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45,00 km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869680" y="137160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Importação de traçado KML multi-linha e criação em lote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Busca textual por código ou nome com SearchableSelect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Alertas visuais automáticos: LO vencida, sem data de relatório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Torres GPS, periodicidade, meses de entrega e vistorias associadas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65760" y="3931920"/>
            <a:ext cx="8412480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548640" y="39319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KML multi-linha e criação em lote  •  Busca textual  •  Alertas automáticos de pendência  •  Torres GPS, periodicidade e meses de entrega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 |  AXIA Energia  |  Março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4572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Vistorias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de campo estruturadas com diário por torre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88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7889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051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VS-ANGZOE-02032026-0001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362456"/>
            <a:ext cx="68580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11480" y="136245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ANGZOE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61288" y="1362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2026-03-02  •  3 dia(s)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627632"/>
            <a:ext cx="2606040" cy="20116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57200" y="1627632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Sem pendências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" y="192024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Matheus Lima Silva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768" y="217627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fim: 2026-03-04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9768" y="243230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Empreendimento: Angra – Zona Oeste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0" y="960120"/>
            <a:ext cx="2788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3291840" y="960120"/>
            <a:ext cx="27889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383280" y="1051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VS-ANTSIM-05012026-0001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1362456"/>
            <a:ext cx="68580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383280" y="136245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ANTSIM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33088" y="1362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2026-01-05  •  1 dia(s)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83280" y="1627632"/>
            <a:ext cx="2606040" cy="20116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429000" y="1627632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Sem pendências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01568" y="192024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Matheus Lima Silva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01568" y="217627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fim: 2026-01-05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01568" y="243230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Empreendimento: Anta – Simplício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63640" y="960120"/>
            <a:ext cx="2788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6263640" y="960120"/>
            <a:ext cx="27889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355080" y="1051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VS-BFLCHP-26012026-0001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55080" y="1362456"/>
            <a:ext cx="68580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355080" y="136245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BFLCHP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104888" y="1362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2026-01-26  •  10 dia(s)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55080" y="1627632"/>
            <a:ext cx="2606040" cy="20116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400800" y="1627632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Sem pendências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73368" y="192024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Matheus Lima Silva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73368" y="217627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fim: 2026-02-04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73368" y="243230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Empreendimento: Baixada Fluminense – Cachoeira Paulista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3886200"/>
            <a:ext cx="850392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502920" y="3886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 multi-dia com checklist por torre  •  Proteção contra duplicação de ID  •  Tooltips de orientação no formulário  •  Integração com o cadastro de erosões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 |  AXIA Energia  |  Março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4572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Licenças de Operação (LO)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centralizado de vigência e cobertura de torres por empreendimento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88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7889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051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1116/2012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30759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LO-1116-2012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– IBAMA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73736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Vigência: 30/01/2012 até 30/01/2035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01168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 2 escopo(s)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240280"/>
            <a:ext cx="2606040" cy="22860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2240280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ANTSIM – Anta Simplício (61 torres)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514600"/>
            <a:ext cx="2606040" cy="22860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SIMRLE – Simplício – Rocha Leão (254 torres)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960120"/>
            <a:ext cx="2788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3291840" y="960120"/>
            <a:ext cx="27889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383280" y="1051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1403.2017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130759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LO-1403-2017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150876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– IBAMA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173736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Vigência: 28/07/2017 – prazo indeterminado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83280" y="201168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 1 escopo(s)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2240280"/>
            <a:ext cx="2606040" cy="22860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429000" y="2240280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SMANIQ – Serra da Mesa – Niquelândia (232 torres)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960120"/>
            <a:ext cx="2788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6263640" y="960120"/>
            <a:ext cx="27889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355080" y="1051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1406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130759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LO-1406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150876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– IBAMA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173736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Vigência: 30/10/2024 até 30/10/2034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55080" y="201168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 1 escopo(s)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2240280"/>
            <a:ext cx="2606040" cy="22860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400800" y="2240280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ITBCLO – Itumbiara – Porto Colômbia (494 torres)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977640"/>
            <a:ext cx="850392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502920" y="3977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para seleção de faixa de torres por escopo  •  Rastreabilidade completa de cobertura  •  Controle de vencimento com alertas automáticos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 |  AXIA Energia  |  Março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4572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Controle de Acesso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usuário com permissões granulares — autenticação Firebase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1371600" cy="77724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9601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total: usuários, configurações de sistema, todos os dados e regras de criticidade V3.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65760" y="1847088"/>
            <a:ext cx="13716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65760" y="184708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184708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editorial completo com visão gerencial, aprovação e supervisão de equipe.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34056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65760" y="2734056"/>
            <a:ext cx="1371600" cy="777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65760" y="2734056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74520" y="273405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e editar empreendimentos, erosões, vistorias e licenças de operação.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21024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65760" y="3621024"/>
            <a:ext cx="1371600" cy="7772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65760" y="3621024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VISUALIZADOR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74520" y="362102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todos os dados do sistema sem capacidade de edição ou exclusão.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960120"/>
            <a:ext cx="315468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5669280" y="960120"/>
            <a:ext cx="31546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779008" y="960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Ativos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1353312"/>
            <a:ext cx="31546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779008" y="138988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Lima Silva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79008" y="16093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79008" y="192024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79008" y="213969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0" y="2414016"/>
            <a:ext cx="31546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779008" y="245059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79008" y="267004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79008" y="298094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79008" y="320040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0" y="3474720"/>
            <a:ext cx="31546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5779008" y="35112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79008" y="373075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Visualizador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572000"/>
            <a:ext cx="84124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50292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Autenticação: Firebase Authentication  •  Rate limiting: 600 req/15min  •  Proteção: Helmet.js  •  RBAC por middleware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 |  |  Março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Antes e Depois do GeoMonitor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310014"/>
              </p:ext>
            </p:extLst>
          </p:nvPr>
        </p:nvGraphicFramePr>
        <p:xfrm>
          <a:off x="365760" y="914400"/>
          <a:ext cx="8412480" cy="3511296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ANTES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DEPOIS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Centenas de arquivos Word e Excel dispersos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único acessível pelo navegador, sem instalação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Critérios de criticidade inconsistentes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automatizada — resultado sempre padronizado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Histórico de erosões em planilhas separadas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 completa de cada ponto erosivo desde o cadastro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Fotos sem vinculação ao cadastro técnico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de foto associados ao registro da erosão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Relatórios compilados manualmente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 de entrega por projeto e competência mensal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controle centralizado de LOs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Cadastro de LOs com cobertura por empreendimento e torre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alertas de pendência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Alertas automáticos: LO vencida, relatório, erosão crítica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 |  AXIA Energia  |  Março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A4A7A">
              <a:alpha val="40000"/>
            </a:srgbClr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6459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GeoMonitor é um protótipo funcional em operação — com potencial de expansão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457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fotos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14813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e gestão de fotos diretamente no sistema (hoje via link externo)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84248"/>
            <a:ext cx="457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1520" y="1984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corporativas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19842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</a:t>
            </a:r>
            <a:r>
              <a:rPr lang="en-US" sz="1200" dirty="0" err="1">
                <a:solidFill>
                  <a:srgbClr val="9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empresarial</a:t>
            </a:r>
            <a:r>
              <a:rPr lang="en-US" sz="1200" dirty="0">
                <a:solidFill>
                  <a:srgbClr val="9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SAP e outros </a:t>
            </a:r>
            <a:r>
              <a:rPr lang="en-US" sz="1200" dirty="0" err="1">
                <a:solidFill>
                  <a:srgbClr val="9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r>
              <a:rPr lang="en-US" sz="1200" dirty="0">
                <a:solidFill>
                  <a:srgbClr val="9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AXIA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487168"/>
            <a:ext cx="457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31520" y="2487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24871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offline em campo com sincronização automática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1487</Words>
  <Application>Microsoft Office PowerPoint</Application>
  <PresentationFormat>Apresentação na tela (16:9)</PresentationFormat>
  <Paragraphs>275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GeoMonitor - AXIA Energia</dc:title>
  <dc:subject>PptxGenJS Presentation</dc:subject>
  <dc:creator>Matheus Lima Silva</dc:creator>
  <cp:lastModifiedBy>MATHEUS LIMA SILVA</cp:lastModifiedBy>
  <cp:revision>2</cp:revision>
  <dcterms:created xsi:type="dcterms:W3CDTF">2026-03-21T22:11:02Z</dcterms:created>
  <dcterms:modified xsi:type="dcterms:W3CDTF">2026-03-21T22:25:03Z</dcterms:modified>
</cp:coreProperties>
</file>
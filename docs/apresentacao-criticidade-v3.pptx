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Classificacao</a:t>
            </a:r>
            <a:endParaRPr lang="en-US" sz="3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Criticidade de Erosoes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Versao 3 (V3)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251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 |  Monitoramento de Processos Erosivos em Linhas de Transmissao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Classificar Erosoes?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classificacao, todas as erosoes recebem a mesma atencao — desperdicando recursos em casos leves e atrasando resposta em casos graves.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64008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562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Estrutural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1226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de fundacoes de torres e estais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560320"/>
            <a:ext cx="64008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63347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Operacional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288950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Obstrucao ou destruicao de vias de acesso exclusivas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337560"/>
            <a:ext cx="64008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4107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Financeiro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66674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Intervencoes emergenciais de alto custo vs. preventivas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80467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114800"/>
            <a:ext cx="64008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187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Regulatorio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2960" y="4443984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Multas ambientais, embargos, exigencias de PRAD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Visao Geral do Calculo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097280" y="1097280"/>
            <a:ext cx="6949440" cy="7315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10972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T + P + D + S + E + A  (+V)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148840"/>
            <a:ext cx="64008" cy="10972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2588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erosao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6 pontos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2148840"/>
            <a:ext cx="64008" cy="109728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4" name="Text 12"/>
          <p:cNvSpPr/>
          <p:nvPr/>
        </p:nvSpPr>
        <p:spPr>
          <a:xfrm>
            <a:off x="35661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16052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Profundidade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6052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6 pontos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14884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148840"/>
            <a:ext cx="64008" cy="109728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22860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Declividade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95160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6 pontos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47472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74720"/>
            <a:ext cx="64008" cy="1097280"/>
          </a:xfrm>
          <a:prstGeom prst="rect">
            <a:avLst/>
          </a:prstGeom>
          <a:solidFill>
            <a:srgbClr val="8B6914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325880" y="3611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solo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4023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6 pontos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83280" y="347472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383280" y="3474720"/>
            <a:ext cx="64008" cy="10972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4160520" y="3611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Exposicao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160520" y="4023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6 pontos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474720"/>
            <a:ext cx="265176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3474720"/>
            <a:ext cx="64008" cy="10972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6995160" y="36118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95160" y="40233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 6 pontos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base maximo: 36 pts  |  Modificador via (V): ate +4 pts  |  Maximo teorico: 40 pts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Dimensao T — Tipo de Erosao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a gravidade intrinseca do processo erosivo.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66928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Laminar (erosao superficial difusa)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Sulco (incisao linear rasa)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Ravina (incisao profunda)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Vocoroca / Movimento de massa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Dimensoes P, D e 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— Profundidade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Ate 1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a 10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 30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8463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Declividade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3749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10° a 25°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25° a 45°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45°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— Tipo de Solo</a:t>
            </a:r>
            <a:endParaRPr lang="en-US" sz="14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29000"/>
          <a:ext cx="80467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645920"/>
                <a:gridCol w="475488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Caracteristica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Lateritico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Resistente, boa estruturacao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Argiloso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Coesao moderada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Solos rasos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Pouca espessura sobre rocha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Arenoso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coesao, alta erodibilidade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Dimensao E — Exposicao (Distancia)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a distancia entre a erosao e a estrutura mais proxima (torre, fundacao ou borda da via).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669280"/>
                <a:gridCol w="11887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Acima de 50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a 50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a 20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de 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291840"/>
            <a:ext cx="8046720" cy="1005840"/>
          </a:xfrm>
          <a:prstGeom prst="rect">
            <a:avLst/>
          </a:prstGeom>
          <a:solidFill>
            <a:srgbClr val="EBF5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36499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Especial — Via de Acesso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7033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Erosao no leito da via: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= 0, classe E4 automatica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Erosao no talude adjacente: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distancia medida ate a borda da plataforma da via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Dimensao A — Atividade Erosiva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dois indicadores de campo: sinais de avanco e vegetacao no interior da erosao.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645920"/>
                <a:gridCol w="1645920"/>
                <a:gridCol w="292608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Sinais de Avanco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Vegetacao Interior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Estabilizada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Atividade parcial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Avanco ativo (mais grave)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38328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avanco: trincas de tensao na borda, material solto recente, ausencia de vegetacao nas paredes.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Vegetacao interior: raizes, gramineas ou arbustos estabelecidos dentro da erosao indicam estabilizacao.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Faixas de Criticidade C1 a C4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64008" cy="7772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234440"/>
            <a:ext cx="731520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2344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916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1508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 – 9   |   Prazo: 24 meses   |   Preventiva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011680"/>
            <a:ext cx="64008" cy="77724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2148840"/>
            <a:ext cx="731520" cy="50292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488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24231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10 – 18   |   Prazo: 12 meses   |   Corretiva leve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26080"/>
            <a:ext cx="64008" cy="7772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063240"/>
            <a:ext cx="731520" cy="5029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0632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91640" y="3017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33375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19 – 27   |   Prazo: 6 meses   |   Corretiva estrutural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40480"/>
            <a:ext cx="64008" cy="7772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Shape 23"/>
          <p:cNvSpPr/>
          <p:nvPr/>
        </p:nvSpPr>
        <p:spPr>
          <a:xfrm>
            <a:off x="777240" y="3977640"/>
            <a:ext cx="731520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9776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91640" y="39319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Alto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91640" y="42519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&gt;= 28   |   Prazo: 3 meses   |   Engenharia / PRAD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 de Via de Acesso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erosao afeta diretamente uma via de acesso exclusiva, pontos adicionais sao somados ao score base.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658368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Situacao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Obstrucao total da via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Obstrucao parcial sem rota alternativa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Obstrucao parcial com rota alternativa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Ruptura da plataforma da via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de terra (sem pavimentacao)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FDF2E9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74904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maximo acumulado: +4 pontos (mesmo que a soma dos modificadores seja maior)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Especiais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51560"/>
            <a:ext cx="64008" cy="82296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Minimo C3 — Base de Torre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356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Vocoroca ou movimento de massa + distancia &lt; 5 m + base de torre = nunca abaixo de C3.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64008" cy="822960"/>
          </a:xfrm>
          <a:prstGeom prst="rect">
            <a:avLst/>
          </a:prstGeom>
          <a:solidFill>
            <a:srgbClr val="F1C40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03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C2 — Fora da Faixa de Servidao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39572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Erosoes fora da faixa, em area de terceiros, nunca ultrapassam C2. A responsabilidade e do proprietario.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71800"/>
            <a:ext cx="64008" cy="8229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632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Exclusivo — Fora da Faixa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335584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Apenas: monitoramento visual, registro fotografico e notificacao ao proprietario. Sem intervencao fisica.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931920"/>
            <a:ext cx="64008" cy="82296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233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de Monitoramento — C1/C2 em Area de Terceiros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431596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C1/C2 em area de terceiros ou declividade baixa: apenas monitoramento. Intervencoes sao opcionais.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Solucoes Inteligentes por Contexto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cruza 3 eixos para filtrar as solucoes mais adequadas: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554480"/>
            <a:ext cx="64008" cy="1645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C1, C2, C3, C4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15544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554480"/>
            <a:ext cx="64008" cy="16459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servidao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 acesso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torre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da faixa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974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554480"/>
            <a:ext cx="64008" cy="1645920"/>
          </a:xfrm>
          <a:prstGeom prst="rect">
            <a:avLst/>
          </a:prstGeom>
          <a:solidFill>
            <a:srgbClr val="5B8C5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8C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Erosao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20116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Laminar, Sulco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Ravina, Vocoroca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Mov. de massa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solucoes filtradas por contexto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8404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vegetal, curvas de nivel, mulching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1C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barraginhas, canaletas vegetadas, hidrossemeadura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reconformacao de taludes, check dams, escadas hidraulicas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</a:t>
            </a:r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drenagem completa, estruturas de contencao, PRAD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 Exemplo — C4 (Muito Alto)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Vocoroca profunda em solo arenoso, proxima a torre, com avanco ativo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45720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— 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Vocoroca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 Profund.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30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Decliv.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25° a 45°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— Solo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Arenoso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— Expos.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Ativid.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Avanco ativo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34   |   C4 — Muito Alto   |   Prazo: 3 meses   |   Engenharia / PRAD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Cenario Exemplo — C2 (Medio)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Sulco moderado em solo argiloso, distante da torre, sem sinais de avanco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4572000"/>
                <a:gridCol w="9144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Descricao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— 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 Profund.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— Decliv.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— Solo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Argiloso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— Expos.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Ativid.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Indeterminada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1C4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solidFill>
            <a:srgbClr val="D4AC0D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794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12   |   C2 — Medio   |   Prazo: 12 meses   |   Corretiva leve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Evolucao V1 — V2 — V3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| Criticidade V3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201168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— Legada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dimensoes com escalas inconsistentes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sinais de avanco como dimensao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praticamente inatingivel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743200" cy="2011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51560"/>
            <a:ext cx="64008" cy="2011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— Intermediaria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150876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Separacao backend/frontend (com divergencias)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arenoso = solos rasos (mesma pontuacao)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3 classes de declividade (D1-D3)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51560"/>
            <a:ext cx="64008" cy="32918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143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— Atual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50876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dimensoes balanceadas (0-6 pts cada)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dimensao A (Atividade)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arenoso separado (S4 = 6 pts)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 para declividade &gt; 45°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 de via de acesso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contextuais (piso C3, teto C2)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solucoes filtradas por contexto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unificado (sem divergencias)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4251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GeoMonitor — Sistema de Classificacao de Criticidade V3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Criticidade V3 - GeoMonitor</dc:title>
  <dc:subject>PptxGenJS Presentation</dc:subject>
  <dc:creator>GeoMonitor</dc:creator>
  <cp:lastModifiedBy>GeoMonitor</cp:lastModifiedBy>
  <cp:revision>1</cp:revision>
  <dcterms:created xsi:type="dcterms:W3CDTF">2026-03-20T11:35:31Z</dcterms:created>
  <dcterms:modified xsi:type="dcterms:W3CDTF">2026-03-20T11:35:31Z</dcterms:modified>
</cp:coreProperties>
</file>